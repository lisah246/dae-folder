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3" r:id="rId16"/>
    <p:sldId id="270" r:id="rId17"/>
    <p:sldId id="272" r:id="rId18"/>
    <p:sldId id="271" r:id="rId19"/>
    <p:sldId id="285" r:id="rId20"/>
    <p:sldId id="284" r:id="rId21"/>
    <p:sldId id="274" r:id="rId22"/>
    <p:sldId id="280" r:id="rId23"/>
    <p:sldId id="275" r:id="rId24"/>
    <p:sldId id="279" r:id="rId25"/>
    <p:sldId id="276" r:id="rId26"/>
    <p:sldId id="277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85219" autoAdjust="0"/>
  </p:normalViewPr>
  <p:slideViewPr>
    <p:cSldViewPr snapToGrid="0">
      <p:cViewPr varScale="1">
        <p:scale>
          <a:sx n="62" d="100"/>
          <a:sy n="62" d="100"/>
        </p:scale>
        <p:origin x="10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5E2641-94F1-4F41-BC64-DA1C34E512F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95DE54-355A-4569-8D12-E453AA6D2C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688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implement a stack is to create a working data structure that adheres to the Last-In, First-Out (LIFO) principle.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945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Express: The main frame for your lemonade stand.</a:t>
            </a:r>
          </a:p>
          <a:p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Sequelize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The helpful translator who knows the language of the recipe box.</a:t>
            </a:r>
          </a:p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SQLite: The simple recipe box itself. 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405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ADR </a:t>
            </a:r>
          </a:p>
          <a:p>
            <a:r>
              <a:rPr lang="en-US" dirty="0" err="1" smtClean="0"/>
              <a:t>Architectual</a:t>
            </a:r>
            <a:r>
              <a:rPr lang="en-US" dirty="0" smtClean="0"/>
              <a:t> Design Review document</a:t>
            </a:r>
          </a:p>
          <a:p>
            <a:r>
              <a:rPr lang="en-US" dirty="0" smtClean="0"/>
              <a:t>A report where you document big decisions and why you made those decisions</a:t>
            </a:r>
          </a:p>
          <a:p>
            <a:endParaRPr lang="en-US" dirty="0" smtClean="0"/>
          </a:p>
          <a:p>
            <a:r>
              <a:rPr lang="en-US" dirty="0" smtClean="0"/>
              <a:t>For example</a:t>
            </a:r>
          </a:p>
          <a:p>
            <a:r>
              <a:rPr lang="en-US" dirty="0" smtClean="0"/>
              <a:t>Constructing a new building</a:t>
            </a:r>
          </a:p>
          <a:p>
            <a:r>
              <a:rPr lang="en-US" dirty="0" smtClean="0"/>
              <a:t>Decided to use solar panels for power</a:t>
            </a:r>
          </a:p>
          <a:p>
            <a:r>
              <a:rPr lang="en-US" dirty="0" smtClean="0"/>
              <a:t>ADR would document this "choice" , list pros &amp; cons &amp; why you chose this</a:t>
            </a:r>
          </a:p>
          <a:p>
            <a:endParaRPr lang="en-US" dirty="0" smtClean="0"/>
          </a:p>
          <a:p>
            <a:r>
              <a:rPr lang="en-US" dirty="0" smtClean="0"/>
              <a:t>Why important? helps makes sure everyone involved know </a:t>
            </a:r>
            <a:r>
              <a:rPr lang="en-US" dirty="0" err="1" smtClean="0"/>
              <a:t>whats</a:t>
            </a:r>
            <a:r>
              <a:rPr lang="en-US" dirty="0" smtClean="0"/>
              <a:t> going, on the same page, and if someone new joins the team, helps them catch up on </a:t>
            </a:r>
            <a:r>
              <a:rPr lang="en-US" dirty="0" err="1" smtClean="0"/>
              <a:t>whats</a:t>
            </a:r>
            <a:r>
              <a:rPr lang="en-US" dirty="0" smtClean="0"/>
              <a:t> been decided and why</a:t>
            </a:r>
          </a:p>
          <a:p>
            <a:r>
              <a:rPr lang="en-US" dirty="0" smtClean="0"/>
              <a:t>prevents confusion</a:t>
            </a:r>
          </a:p>
          <a:p>
            <a:endParaRPr lang="en-US" dirty="0" smtClean="0"/>
          </a:p>
          <a:p>
            <a:r>
              <a:rPr lang="en-US" dirty="0" smtClean="0"/>
              <a:t>Contributing.md</a:t>
            </a:r>
          </a:p>
          <a:p>
            <a:r>
              <a:rPr lang="en-US" dirty="0" smtClean="0"/>
              <a:t>school project</a:t>
            </a:r>
          </a:p>
          <a:p>
            <a:r>
              <a:rPr lang="en-US" dirty="0" smtClean="0"/>
              <a:t>working to build a new application together</a:t>
            </a:r>
          </a:p>
          <a:p>
            <a:r>
              <a:rPr lang="en-US" dirty="0" smtClean="0"/>
              <a:t>contributing md tells everyone on the team how to contribute</a:t>
            </a:r>
          </a:p>
          <a:p>
            <a:r>
              <a:rPr lang="en-US" dirty="0" smtClean="0"/>
              <a:t>example: need to submit your code using a specific method</a:t>
            </a:r>
          </a:p>
          <a:p>
            <a:r>
              <a:rPr lang="en-US" dirty="0" smtClean="0"/>
              <a:t>need to follow certain formatting rules</a:t>
            </a:r>
          </a:p>
          <a:p>
            <a:r>
              <a:rPr lang="en-US" dirty="0" smtClean="0"/>
              <a:t>make sure to test you feature before submitting</a:t>
            </a:r>
          </a:p>
          <a:p>
            <a:endParaRPr lang="en-US" dirty="0" smtClean="0"/>
          </a:p>
          <a:p>
            <a:r>
              <a:rPr lang="en-US" dirty="0" smtClean="0"/>
              <a:t>why important? sets clear expectations</a:t>
            </a:r>
          </a:p>
          <a:p>
            <a:r>
              <a:rPr lang="en-US" dirty="0" smtClean="0"/>
              <a:t>helps people joining the project know how to contribute</a:t>
            </a:r>
          </a:p>
          <a:p>
            <a:r>
              <a:rPr lang="en-US" dirty="0" smtClean="0"/>
              <a:t>prevents messiness i.e., different coding styles and fixing things to match up</a:t>
            </a:r>
          </a:p>
          <a:p>
            <a:endParaRPr lang="en-US" dirty="0" smtClean="0"/>
          </a:p>
          <a:p>
            <a:r>
              <a:rPr lang="en-US" dirty="0" smtClean="0"/>
              <a:t>root cause analysis file</a:t>
            </a:r>
          </a:p>
          <a:p>
            <a:r>
              <a:rPr lang="en-US" dirty="0" smtClean="0"/>
              <a:t>report you write after you've encountered a problem &amp; figured it out,</a:t>
            </a:r>
          </a:p>
          <a:p>
            <a:r>
              <a:rPr lang="en-US" dirty="0" smtClean="0"/>
              <a:t>so that you can document what happened, why it happened, how it was resolved</a:t>
            </a:r>
          </a:p>
          <a:p>
            <a:r>
              <a:rPr lang="en-US" dirty="0" smtClean="0"/>
              <a:t>so that it </a:t>
            </a:r>
            <a:r>
              <a:rPr lang="en-US" dirty="0" err="1" smtClean="0"/>
              <a:t>doesnt</a:t>
            </a:r>
            <a:r>
              <a:rPr lang="en-US" dirty="0" smtClean="0"/>
              <a:t> happen again</a:t>
            </a:r>
          </a:p>
          <a:p>
            <a:endParaRPr lang="en-US" dirty="0" smtClean="0"/>
          </a:p>
          <a:p>
            <a:r>
              <a:rPr lang="en-US" dirty="0" smtClean="0"/>
              <a:t>example: school website it down</a:t>
            </a:r>
          </a:p>
          <a:p>
            <a:r>
              <a:rPr lang="en-US" dirty="0" smtClean="0"/>
              <a:t>why? servers overloaded</a:t>
            </a:r>
          </a:p>
          <a:p>
            <a:r>
              <a:rPr lang="en-US" dirty="0" smtClean="0"/>
              <a:t>why? too many students logged in at the same time</a:t>
            </a:r>
          </a:p>
          <a:p>
            <a:r>
              <a:rPr lang="en-US" dirty="0" smtClean="0"/>
              <a:t>why? exam review sheet was posted only 30 minutes before servers crashed</a:t>
            </a:r>
          </a:p>
          <a:p>
            <a:r>
              <a:rPr lang="en-US" dirty="0" smtClean="0"/>
              <a:t>Issue: timing of the document release, not technical issue</a:t>
            </a:r>
          </a:p>
          <a:p>
            <a:r>
              <a:rPr lang="en-US" dirty="0" smtClean="0"/>
              <a:t>Solution: New policy Post exam review sheets 24 hours in advance</a:t>
            </a:r>
          </a:p>
          <a:p>
            <a:endParaRPr lang="en-US" dirty="0" smtClean="0"/>
          </a:p>
          <a:p>
            <a:r>
              <a:rPr lang="en-US" dirty="0" smtClean="0"/>
              <a:t>SQL is a computer language used to ask questions and get information from a database, and to add, change, and remove information</a:t>
            </a:r>
          </a:p>
          <a:p>
            <a:endParaRPr lang="en-US" dirty="0" smtClean="0"/>
          </a:p>
          <a:p>
            <a:r>
              <a:rPr lang="en-US" dirty="0" smtClean="0"/>
              <a:t>student database at school with grades</a:t>
            </a:r>
          </a:p>
          <a:p>
            <a:r>
              <a:rPr lang="en-US" dirty="0" smtClean="0"/>
              <a:t>SQL to quickly find students with passing grade, or add records for new students</a:t>
            </a:r>
          </a:p>
          <a:p>
            <a:r>
              <a:rPr lang="en-US" dirty="0" smtClean="0"/>
              <a:t>insert, update, delete, create</a:t>
            </a:r>
          </a:p>
          <a:p>
            <a:r>
              <a:rPr lang="en-US" dirty="0" smtClean="0"/>
              <a:t>why important? </a:t>
            </a:r>
            <a:r>
              <a:rPr lang="en-US" smtClean="0"/>
              <a:t>lets you organize and analyze data efficiently, handy when working with large amounts of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548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468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95DE54-355A-4569-8D12-E453AA6D2C3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78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0" y="0"/>
            <a:ext cx="12188825" cy="6872226"/>
            <a:chOff x="0" y="0"/>
            <a:chExt cx="12188825" cy="6872226"/>
          </a:xfrm>
        </p:grpSpPr>
        <p:pic>
          <p:nvPicPr>
            <p:cNvPr id="9" name="Picture 8" descr="H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" r="47673"/>
            <a:stretch/>
          </p:blipFill>
          <p:spPr>
            <a:xfrm rot="5400000">
              <a:off x="5245268" y="530352"/>
              <a:ext cx="1673352" cy="612648"/>
            </a:xfrm>
            <a:prstGeom prst="rect">
              <a:avLst/>
            </a:prstGeom>
          </p:spPr>
        </p:pic>
        <p:pic>
          <p:nvPicPr>
            <p:cNvPr id="18" name="Picture 17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8819"/>
            <a:stretch/>
          </p:blipFill>
          <p:spPr>
            <a:xfrm rot="5400000">
              <a:off x="5263556" y="5747514"/>
              <a:ext cx="1636776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9/25/2025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88825" cy="6856215"/>
            <a:chOff x="0" y="0"/>
            <a:chExt cx="12188825" cy="6856215"/>
          </a:xfrm>
        </p:grpSpPr>
        <p:pic>
          <p:nvPicPr>
            <p:cNvPr id="8" name="Picture 7" descr="H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1" y="76265"/>
              <a:ext cx="758952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0" y="6173526"/>
              <a:ext cx="758952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9/25/2025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8" r:id="rId2"/>
    <p:sldLayoutId id="2147483651" r:id="rId3"/>
    <p:sldLayoutId id="2147483669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115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Weekly Goal?</a:t>
            </a:r>
          </a:p>
          <a:p>
            <a:r>
              <a:rPr lang="en-US" dirty="0" smtClean="0"/>
              <a:t>Status?</a:t>
            </a:r>
          </a:p>
          <a:p>
            <a:r>
              <a:rPr lang="en-US" dirty="0" smtClean="0"/>
              <a:t>Demo:</a:t>
            </a:r>
          </a:p>
          <a:p>
            <a:pPr lvl="1"/>
            <a:r>
              <a:rPr lang="en-US" dirty="0" err="1" smtClean="0"/>
              <a:t>Github</a:t>
            </a:r>
            <a:r>
              <a:rPr lang="en-US" dirty="0" smtClean="0"/>
              <a:t> Page</a:t>
            </a:r>
          </a:p>
          <a:p>
            <a:pPr lvl="1"/>
            <a:r>
              <a:rPr lang="en-US" dirty="0" smtClean="0"/>
              <a:t>Monday Project Board</a:t>
            </a:r>
          </a:p>
          <a:p>
            <a:pPr lvl="1"/>
            <a:r>
              <a:rPr lang="en-US" dirty="0" smtClean="0"/>
              <a:t>Project Plan – Technical Document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725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79335" y="2498149"/>
            <a:ext cx="6815669" cy="1515533"/>
          </a:xfrm>
        </p:spPr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3</a:t>
            </a:r>
            <a:br>
              <a:rPr lang="en-US" dirty="0" smtClean="0"/>
            </a:br>
            <a:r>
              <a:rPr lang="en-US" sz="2400" dirty="0" smtClean="0"/>
              <a:t>Backend Web Developer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19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 – Semester 3, Week 1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Week 1 Activities: GitHub Branching, Difficult Conversations, Coding Practice – Implemented a “Stack”</a:t>
            </a:r>
          </a:p>
          <a:p>
            <a:r>
              <a:rPr lang="en-US" dirty="0" smtClean="0"/>
              <a:t>Status? Behind. Resolution Plan: Put in additional time after class today to push additional work, and may have to reschedule to next week.</a:t>
            </a:r>
          </a:p>
          <a:p>
            <a:r>
              <a:rPr lang="en-US" dirty="0" smtClean="0"/>
              <a:t>Demo:</a:t>
            </a:r>
          </a:p>
          <a:p>
            <a:pPr lvl="1"/>
            <a:r>
              <a:rPr lang="en-US" dirty="0" smtClean="0"/>
              <a:t>Project Work: “Project Pulse” – Application to manage projects, clients, &amp; team work</a:t>
            </a:r>
          </a:p>
          <a:p>
            <a:pPr lvl="1"/>
            <a:r>
              <a:rPr lang="en-US" dirty="0" smtClean="0"/>
              <a:t>Monday Project Board</a:t>
            </a:r>
          </a:p>
        </p:txBody>
      </p:sp>
    </p:spTree>
    <p:extLst>
      <p:ext uri="{BB962C8B-B14F-4D97-AF65-F5344CB8AC3E}">
        <p14:creationId xmlns:p14="http://schemas.microsoft.com/office/powerpoint/2010/main" val="3553170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746762" y="629434"/>
            <a:ext cx="10160724" cy="130386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Setting up the Backend</a:t>
            </a:r>
            <a:endParaRPr 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1084216" y="1763484"/>
            <a:ext cx="101759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/>
              <a:t>Express</a:t>
            </a:r>
            <a:r>
              <a:rPr lang="en-US" sz="2000" dirty="0"/>
              <a:t>: This installs Express.js, the most popular web framework for Node.js. It provides a robust set of features to build web applications and APIs, handling everything from routing to middleware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 err="1"/>
              <a:t>Sequelize</a:t>
            </a:r>
            <a:r>
              <a:rPr lang="en-US" sz="2000" dirty="0"/>
              <a:t>: This installs </a:t>
            </a:r>
            <a:r>
              <a:rPr lang="en-US" sz="2000" dirty="0" err="1"/>
              <a:t>Sequelize</a:t>
            </a:r>
            <a:r>
              <a:rPr lang="en-US" sz="2000" dirty="0"/>
              <a:t>, a Node.js Object-Relational Mapper (ORM). An ORM helps you interact with a database by mapping database tables to JavaScript objects, allowing you to perform database queries and manipulations with code instead of writing raw SQL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</a:t>
            </a:r>
            <a:r>
              <a:rPr lang="en-US" sz="2000" b="1" dirty="0"/>
              <a:t>SQLite</a:t>
            </a:r>
            <a:r>
              <a:rPr lang="en-US" sz="2000" dirty="0"/>
              <a:t>: This installs the SQLite library, a driver that allows </a:t>
            </a:r>
            <a:r>
              <a:rPr lang="en-US" sz="2000" dirty="0" err="1"/>
              <a:t>Sequelize</a:t>
            </a:r>
            <a:r>
              <a:rPr lang="en-US" sz="2000" dirty="0"/>
              <a:t> to connect to an SQLite database. SQLite is a simple, file-based database, which is ideal for development and prototyping because it doesn't require a separate server process. </a:t>
            </a:r>
          </a:p>
        </p:txBody>
      </p:sp>
    </p:spTree>
    <p:extLst>
      <p:ext uri="{BB962C8B-B14F-4D97-AF65-F5344CB8AC3E}">
        <p14:creationId xmlns:p14="http://schemas.microsoft.com/office/powerpoint/2010/main" val="2661934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698" y="714782"/>
            <a:ext cx="6201768" cy="3909469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820" y="4710144"/>
            <a:ext cx="5323842" cy="1373571"/>
          </a:xfrm>
          <a:prstGeom prst="rect">
            <a:avLst/>
          </a:prstGeom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1086396" y="2040223"/>
            <a:ext cx="2466701" cy="1303867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Setting up the Backend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534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79335" y="2498149"/>
            <a:ext cx="6815669" cy="1515533"/>
          </a:xfrm>
        </p:spPr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3</a:t>
            </a:r>
            <a:br>
              <a:rPr lang="en-US" dirty="0" smtClean="0"/>
            </a:br>
            <a:r>
              <a:rPr lang="en-US" sz="2400" dirty="0" smtClean="0"/>
              <a:t>Backend Web Developer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97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 – Semester 3, Week 2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Week 2 Activities: ADR (Architectural Design Review), Contributing.md file, RCA (Root Cause Analysis) file</a:t>
            </a:r>
          </a:p>
          <a:p>
            <a:r>
              <a:rPr lang="en-US" dirty="0" smtClean="0"/>
              <a:t>Project Work “Project Pulse” &amp; Schoology SQL 1 &amp; 2</a:t>
            </a:r>
          </a:p>
          <a:p>
            <a:r>
              <a:rPr lang="en-US" dirty="0" smtClean="0"/>
              <a:t>Status? Behind. Resolution Plan: Reschedule and adapt for next week.</a:t>
            </a:r>
          </a:p>
          <a:p>
            <a:r>
              <a:rPr lang="en-US" dirty="0" smtClean="0"/>
              <a:t>Demo:</a:t>
            </a:r>
          </a:p>
          <a:p>
            <a:pPr lvl="1"/>
            <a:r>
              <a:rPr lang="en-US" dirty="0" smtClean="0"/>
              <a:t>ADR, contributing.md, root-cause-analysis file, SQL 2 deliverables</a:t>
            </a:r>
          </a:p>
          <a:p>
            <a:pPr lvl="1"/>
            <a:r>
              <a:rPr lang="en-US" dirty="0" smtClean="0"/>
              <a:t>Monday Project Board</a:t>
            </a:r>
          </a:p>
        </p:txBody>
      </p:sp>
    </p:spTree>
    <p:extLst>
      <p:ext uri="{BB962C8B-B14F-4D97-AF65-F5344CB8AC3E}">
        <p14:creationId xmlns:p14="http://schemas.microsoft.com/office/powerpoint/2010/main" val="3035586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79335" y="2498149"/>
            <a:ext cx="6815669" cy="1515533"/>
          </a:xfrm>
        </p:spPr>
        <p:txBody>
          <a:bodyPr/>
          <a:lstStyle/>
          <a:p>
            <a:r>
              <a:rPr lang="en-US" dirty="0" smtClean="0"/>
              <a:t>Lisa’s Status Updates</a:t>
            </a:r>
            <a:br>
              <a:rPr lang="en-US" dirty="0" smtClean="0"/>
            </a:br>
            <a:r>
              <a:rPr lang="en-US" dirty="0" smtClean="0"/>
              <a:t>Semester 3</a:t>
            </a:r>
            <a:br>
              <a:rPr lang="en-US" dirty="0" smtClean="0"/>
            </a:br>
            <a:r>
              <a:rPr lang="en-US" sz="2400" dirty="0" smtClean="0"/>
              <a:t>Backend Web Developer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031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 – Semester 3, Week 3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Week 3 </a:t>
            </a:r>
            <a:r>
              <a:rPr lang="en-US" dirty="0" smtClean="0"/>
              <a:t>Activities: GitHub status badge, Interview for coding practice “Sort a list”</a:t>
            </a:r>
          </a:p>
          <a:p>
            <a:r>
              <a:rPr lang="en-US" b="1" dirty="0" smtClean="0"/>
              <a:t>Project Work: </a:t>
            </a:r>
            <a:r>
              <a:rPr lang="en-US" dirty="0" smtClean="0"/>
              <a:t>“Project Pulse” &amp; Schoology SQL 1 &amp; 2</a:t>
            </a:r>
          </a:p>
          <a:p>
            <a:pPr lvl="1"/>
            <a:r>
              <a:rPr lang="en-US" b="1" dirty="0" smtClean="0"/>
              <a:t>Status? </a:t>
            </a:r>
            <a:r>
              <a:rPr lang="en-US" dirty="0" smtClean="0"/>
              <a:t>Behind. </a:t>
            </a:r>
          </a:p>
          <a:p>
            <a:pPr lvl="1"/>
            <a:r>
              <a:rPr lang="en-US" b="1" dirty="0" smtClean="0"/>
              <a:t>Resolution Plan: </a:t>
            </a:r>
            <a:r>
              <a:rPr lang="en-US" dirty="0" smtClean="0"/>
              <a:t>Wrap up project, and pivot to planning next Semester’s job related learning goals.</a:t>
            </a:r>
          </a:p>
          <a:p>
            <a:r>
              <a:rPr lang="en-US" b="1" dirty="0" smtClean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8078186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1086396" y="2040223"/>
            <a:ext cx="2466701" cy="213421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GitHub Status Badge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3097" y="1688171"/>
            <a:ext cx="7857025" cy="248626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472" y="4751684"/>
            <a:ext cx="1053465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8720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1086396" y="2040223"/>
            <a:ext cx="2466701" cy="213421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Coding Practice: Sort a List</a:t>
            </a:r>
            <a:endParaRPr lang="en-US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0405" y="784984"/>
            <a:ext cx="5197751" cy="524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9027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79335" y="2498149"/>
            <a:ext cx="6815669" cy="1515533"/>
          </a:xfrm>
        </p:spPr>
        <p:txBody>
          <a:bodyPr/>
          <a:lstStyle/>
          <a:p>
            <a:r>
              <a:rPr lang="en-US" dirty="0" smtClean="0"/>
              <a:t>Lisa’s Semester 3</a:t>
            </a:r>
            <a:br>
              <a:rPr lang="en-US" dirty="0" smtClean="0"/>
            </a:br>
            <a:r>
              <a:rPr lang="en-US" dirty="0" smtClean="0"/>
              <a:t>Presentation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sz="2400" dirty="0" smtClean="0"/>
              <a:t>Backend Web Developer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43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Agenda – Semester 3, </a:t>
            </a:r>
            <a:r>
              <a:rPr lang="en-US" b="1" dirty="0" smtClean="0"/>
              <a:t>Presentation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Week 4 </a:t>
            </a:r>
            <a:r>
              <a:rPr lang="en-US" dirty="0" smtClean="0"/>
              <a:t>Activities: README.md file, Implement a Stack</a:t>
            </a:r>
            <a:endParaRPr lang="en-US" dirty="0" smtClean="0"/>
          </a:p>
          <a:p>
            <a:r>
              <a:rPr lang="en-US" b="1" dirty="0"/>
              <a:t>Schoology</a:t>
            </a:r>
            <a:r>
              <a:rPr lang="en-US" dirty="0"/>
              <a:t> SQL 1 &amp; 2</a:t>
            </a:r>
          </a:p>
          <a:p>
            <a:r>
              <a:rPr lang="en-US" b="1" dirty="0" smtClean="0"/>
              <a:t>Project </a:t>
            </a:r>
            <a:r>
              <a:rPr lang="en-US" b="1" dirty="0" smtClean="0"/>
              <a:t>Work: </a:t>
            </a:r>
            <a:r>
              <a:rPr lang="en-US" dirty="0" smtClean="0"/>
              <a:t>“Project Pulse</a:t>
            </a:r>
            <a:r>
              <a:rPr lang="en-US" dirty="0" smtClean="0"/>
              <a:t>”</a:t>
            </a:r>
          </a:p>
          <a:p>
            <a:r>
              <a:rPr lang="en-US" b="1" dirty="0" smtClean="0"/>
              <a:t>Status</a:t>
            </a:r>
            <a:r>
              <a:rPr lang="en-US" b="1" dirty="0" smtClean="0"/>
              <a:t>? </a:t>
            </a:r>
            <a:r>
              <a:rPr lang="en-US" dirty="0" smtClean="0"/>
              <a:t>Complete</a:t>
            </a:r>
          </a:p>
          <a:p>
            <a:r>
              <a:rPr lang="en-US" b="1" dirty="0" smtClean="0"/>
              <a:t>Demo</a:t>
            </a:r>
            <a:endParaRPr lang="en-US" b="1" dirty="0" smtClean="0"/>
          </a:p>
        </p:txBody>
      </p:sp>
    </p:spTree>
    <p:extLst>
      <p:ext uri="{BB962C8B-B14F-4D97-AF65-F5344CB8AC3E}">
        <p14:creationId xmlns:p14="http://schemas.microsoft.com/office/powerpoint/2010/main" val="2768731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4170558" y="1049978"/>
            <a:ext cx="3485605" cy="166387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200" b="1" dirty="0" smtClean="0"/>
              <a:t>README.md</a:t>
            </a:r>
            <a:endParaRPr lang="en-US" sz="32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978" y="2021400"/>
            <a:ext cx="7098021" cy="274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34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1086396" y="2040223"/>
            <a:ext cx="2075258" cy="166387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200" b="1" dirty="0" smtClean="0"/>
              <a:t>README.md</a:t>
            </a:r>
            <a:endParaRPr lang="en-US" sz="3200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5842" y="867905"/>
            <a:ext cx="7938451" cy="5176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045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1086396" y="2040223"/>
            <a:ext cx="2075258" cy="166387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200" b="1" dirty="0" smtClean="0"/>
              <a:t>README.md</a:t>
            </a:r>
            <a:endParaRPr lang="en-US" sz="3200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779" y="712921"/>
            <a:ext cx="4913285" cy="539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696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543955" y="691871"/>
            <a:ext cx="2788180" cy="213421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STACK</a:t>
            </a:r>
            <a:endParaRPr lang="en-US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073" y="1518511"/>
            <a:ext cx="8972916" cy="150365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762" y="3020191"/>
            <a:ext cx="2552534" cy="37393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762" y="3416164"/>
            <a:ext cx="3253272" cy="239120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0579" y="3416164"/>
            <a:ext cx="3636520" cy="10318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182" y="3104325"/>
            <a:ext cx="1967614" cy="28980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2263" y="3544751"/>
            <a:ext cx="3106850" cy="779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13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543955" y="691871"/>
            <a:ext cx="2788180" cy="213421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STACK</a:t>
            </a:r>
            <a:endParaRPr lang="en-US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91" y="146103"/>
            <a:ext cx="7171034" cy="658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888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543955" y="691871"/>
            <a:ext cx="2788180" cy="213421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STACK</a:t>
            </a:r>
            <a:endParaRPr lang="en-US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696" y="691871"/>
            <a:ext cx="9972675" cy="557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48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543954" y="691871"/>
            <a:ext cx="9514445" cy="2134212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Schoology: SQL 1 &amp; 2</a:t>
            </a:r>
            <a:endParaRPr lang="en-US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889" y="1634989"/>
            <a:ext cx="8884000" cy="386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754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590449" y="927977"/>
            <a:ext cx="9514445" cy="101294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Project Pulse – Backend</a:t>
            </a:r>
            <a:endParaRPr lang="en-US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49" y="1691817"/>
            <a:ext cx="5855469" cy="232224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8005" y="4014059"/>
            <a:ext cx="5994212" cy="240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263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590449" y="927977"/>
            <a:ext cx="9514445" cy="101294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Project Pulse – Backend</a:t>
            </a:r>
            <a:endParaRPr lang="en-US" b="1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9408" y="2157896"/>
            <a:ext cx="9837044" cy="297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139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590449" y="927977"/>
            <a:ext cx="9514445" cy="101294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Project Pulse – Frontend</a:t>
            </a:r>
            <a:endParaRPr lang="en-US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522" y="1770439"/>
            <a:ext cx="2331881" cy="59612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9522" y="2495936"/>
            <a:ext cx="9105820" cy="2912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317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590449" y="927977"/>
            <a:ext cx="9514445" cy="101294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Project Pulse – Frontend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9450"/>
            <a:ext cx="12192000" cy="6149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314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590449" y="927977"/>
            <a:ext cx="9514445" cy="101294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Project Pulse – </a:t>
            </a:r>
            <a:r>
              <a:rPr lang="en-US" b="1" dirty="0" err="1" smtClean="0"/>
              <a:t>Figma</a:t>
            </a:r>
            <a:endParaRPr lang="en-US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63" y="2188893"/>
            <a:ext cx="9374861" cy="1874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10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590449" y="927977"/>
            <a:ext cx="9514445" cy="101294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Project Pulse – </a:t>
            </a:r>
            <a:r>
              <a:rPr lang="en-US" b="1" dirty="0" err="1" smtClean="0"/>
              <a:t>Figma</a:t>
            </a:r>
            <a:endParaRPr lang="en-US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49" y="927977"/>
            <a:ext cx="11030422" cy="50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14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590449" y="927977"/>
            <a:ext cx="9514445" cy="1012943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Project Pulse – </a:t>
            </a:r>
            <a:r>
              <a:rPr lang="en-US" b="1" dirty="0" err="1" smtClean="0"/>
              <a:t>Figma</a:t>
            </a:r>
            <a:endParaRPr lang="en-US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449" y="1129455"/>
            <a:ext cx="11064276" cy="458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41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/>
          </p:cNvSpPr>
          <p:nvPr/>
        </p:nvSpPr>
        <p:spPr>
          <a:xfrm>
            <a:off x="1101892" y="2849766"/>
            <a:ext cx="9901905" cy="1520755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 smtClean="0"/>
              <a:t>Thank You!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029367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407</TotalTime>
  <Words>876</Words>
  <Application>Microsoft Office PowerPoint</Application>
  <PresentationFormat>Widescreen</PresentationFormat>
  <Paragraphs>112</Paragraphs>
  <Slides>29</Slides>
  <Notes>5</Notes>
  <HiddenSlides>12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Garamond</vt:lpstr>
      <vt:lpstr>Organic</vt:lpstr>
      <vt:lpstr>Lisa’s Status Updates Semester 2</vt:lpstr>
      <vt:lpstr>Agenda</vt:lpstr>
      <vt:lpstr>Lisa’s Status Updates Semester 3 Backend Web Developer</vt:lpstr>
      <vt:lpstr>Agenda – Semester 3, Week 1</vt:lpstr>
      <vt:lpstr>PowerPoint Presentation</vt:lpstr>
      <vt:lpstr>PowerPoint Presentation</vt:lpstr>
      <vt:lpstr>Lisa’s Status Updates Semester 3 Backend Web Developer</vt:lpstr>
      <vt:lpstr>Agenda – Semester 3, Week 2</vt:lpstr>
      <vt:lpstr>Lisa’s Status Updates Semester 3 Backend Web Developer</vt:lpstr>
      <vt:lpstr>Agenda – Semester 3, Week 3</vt:lpstr>
      <vt:lpstr>PowerPoint Presentation</vt:lpstr>
      <vt:lpstr>PowerPoint Presentation</vt:lpstr>
      <vt:lpstr>Lisa’s Semester 3 Presentation Backend Web Developer</vt:lpstr>
      <vt:lpstr>Agenda – Semester 3,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Lisa’s Status Updates</dc:title>
  <dc:creator>Hom, Lisa/It And Digital Initiatives</dc:creator>
  <cp:lastModifiedBy>Hom, Lisa/It And Digital Initiatives</cp:lastModifiedBy>
  <cp:revision>30</cp:revision>
  <dcterms:created xsi:type="dcterms:W3CDTF">2025-08-14T17:08:41Z</dcterms:created>
  <dcterms:modified xsi:type="dcterms:W3CDTF">2025-09-25T16:49:52Z</dcterms:modified>
</cp:coreProperties>
</file>