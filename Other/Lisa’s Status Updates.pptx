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1752" autoAdjust="0"/>
  </p:normalViewPr>
  <p:slideViewPr>
    <p:cSldViewPr snapToGrid="0">
      <p:cViewPr varScale="1">
        <p:scale>
          <a:sx n="60" d="100"/>
          <a:sy n="60" d="100"/>
        </p:scale>
        <p:origin x="1140" y="60"/>
      </p:cViewPr>
      <p:guideLst/>
    </p:cSldViewPr>
  </p:slideViewPr>
  <p:notesTextViewPr>
    <p:cViewPr>
      <p:scale>
        <a:sx n="1" d="1"/>
        <a:sy n="1" d="1"/>
      </p:scale>
      <p:origin x="0" y="-396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5E2641-94F1-4F41-BC64-DA1C34E512FB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95DE54-355A-4569-8D12-E453AA6D2C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688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implement a stack is to create a working data structure that adheres to the Last-In, First-Out (LIFO) principle.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945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Express: The main frame for your lemonade stand.</a:t>
            </a:r>
          </a:p>
          <a:p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Sequelize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The helpful translator who knows the language of the recipe box.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SQLite: The simple recipe box itself. 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405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ADR </a:t>
            </a:r>
          </a:p>
          <a:p>
            <a:r>
              <a:rPr lang="en-US" dirty="0" err="1" smtClean="0"/>
              <a:t>Architectual</a:t>
            </a:r>
            <a:r>
              <a:rPr lang="en-US" dirty="0" smtClean="0"/>
              <a:t> Design Review document</a:t>
            </a:r>
          </a:p>
          <a:p>
            <a:r>
              <a:rPr lang="en-US" dirty="0" smtClean="0"/>
              <a:t>A report where you document big decisions and why you made those decisions</a:t>
            </a:r>
          </a:p>
          <a:p>
            <a:endParaRPr lang="en-US" dirty="0" smtClean="0"/>
          </a:p>
          <a:p>
            <a:r>
              <a:rPr lang="en-US" dirty="0" smtClean="0"/>
              <a:t>For example</a:t>
            </a:r>
          </a:p>
          <a:p>
            <a:r>
              <a:rPr lang="en-US" dirty="0" smtClean="0"/>
              <a:t>Constructing a new building</a:t>
            </a:r>
          </a:p>
          <a:p>
            <a:r>
              <a:rPr lang="en-US" dirty="0" smtClean="0"/>
              <a:t>Decided to use solar panels for power</a:t>
            </a:r>
          </a:p>
          <a:p>
            <a:r>
              <a:rPr lang="en-US" dirty="0" smtClean="0"/>
              <a:t>ADR would document this "choice" , list pros &amp; cons &amp; why you chose this</a:t>
            </a:r>
          </a:p>
          <a:p>
            <a:endParaRPr lang="en-US" dirty="0" smtClean="0"/>
          </a:p>
          <a:p>
            <a:r>
              <a:rPr lang="en-US" dirty="0" smtClean="0"/>
              <a:t>Why important? helps makes sure everyone involved know </a:t>
            </a:r>
            <a:r>
              <a:rPr lang="en-US" dirty="0" err="1" smtClean="0"/>
              <a:t>whats</a:t>
            </a:r>
            <a:r>
              <a:rPr lang="en-US" dirty="0" smtClean="0"/>
              <a:t> going, on the same page, and if someone new joins the team, helps them catch up on </a:t>
            </a:r>
            <a:r>
              <a:rPr lang="en-US" dirty="0" err="1" smtClean="0"/>
              <a:t>whats</a:t>
            </a:r>
            <a:r>
              <a:rPr lang="en-US" dirty="0" smtClean="0"/>
              <a:t> been decided and why</a:t>
            </a:r>
          </a:p>
          <a:p>
            <a:r>
              <a:rPr lang="en-US" dirty="0" smtClean="0"/>
              <a:t>prevents confusion</a:t>
            </a:r>
          </a:p>
          <a:p>
            <a:endParaRPr lang="en-US" dirty="0" smtClean="0"/>
          </a:p>
          <a:p>
            <a:r>
              <a:rPr lang="en-US" dirty="0" smtClean="0"/>
              <a:t>Contributing.md</a:t>
            </a:r>
          </a:p>
          <a:p>
            <a:r>
              <a:rPr lang="en-US" dirty="0" smtClean="0"/>
              <a:t>school project</a:t>
            </a:r>
          </a:p>
          <a:p>
            <a:r>
              <a:rPr lang="en-US" dirty="0" smtClean="0"/>
              <a:t>working to build a new application together</a:t>
            </a:r>
          </a:p>
          <a:p>
            <a:r>
              <a:rPr lang="en-US" dirty="0" smtClean="0"/>
              <a:t>contributing md tells everyone on the team how to contribute</a:t>
            </a:r>
          </a:p>
          <a:p>
            <a:r>
              <a:rPr lang="en-US" dirty="0" smtClean="0"/>
              <a:t>example: need to submit your code using a specific method</a:t>
            </a:r>
          </a:p>
          <a:p>
            <a:r>
              <a:rPr lang="en-US" dirty="0" smtClean="0"/>
              <a:t>need to follow certain formatting rules</a:t>
            </a:r>
          </a:p>
          <a:p>
            <a:r>
              <a:rPr lang="en-US" dirty="0" smtClean="0"/>
              <a:t>make sure to test you feature before submitting</a:t>
            </a:r>
          </a:p>
          <a:p>
            <a:endParaRPr lang="en-US" dirty="0" smtClean="0"/>
          </a:p>
          <a:p>
            <a:r>
              <a:rPr lang="en-US" dirty="0" smtClean="0"/>
              <a:t>why important? sets clear expectations</a:t>
            </a:r>
          </a:p>
          <a:p>
            <a:r>
              <a:rPr lang="en-US" dirty="0" smtClean="0"/>
              <a:t>helps people joining the project know how to contribute</a:t>
            </a:r>
          </a:p>
          <a:p>
            <a:r>
              <a:rPr lang="en-US" dirty="0" smtClean="0"/>
              <a:t>prevents messiness i.e., different coding styles and fixing things to match up</a:t>
            </a:r>
          </a:p>
          <a:p>
            <a:endParaRPr lang="en-US" dirty="0" smtClean="0"/>
          </a:p>
          <a:p>
            <a:r>
              <a:rPr lang="en-US" dirty="0" smtClean="0"/>
              <a:t>root cause analysis file</a:t>
            </a:r>
          </a:p>
          <a:p>
            <a:r>
              <a:rPr lang="en-US" dirty="0" smtClean="0"/>
              <a:t>report you write after you've encountered a problem &amp; figured it out,</a:t>
            </a:r>
          </a:p>
          <a:p>
            <a:r>
              <a:rPr lang="en-US" dirty="0" smtClean="0"/>
              <a:t>so that you can document what happened, why it happened, how it was resolved</a:t>
            </a:r>
          </a:p>
          <a:p>
            <a:r>
              <a:rPr lang="en-US" dirty="0" smtClean="0"/>
              <a:t>so that it </a:t>
            </a:r>
            <a:r>
              <a:rPr lang="en-US" dirty="0" err="1" smtClean="0"/>
              <a:t>doesnt</a:t>
            </a:r>
            <a:r>
              <a:rPr lang="en-US" dirty="0" smtClean="0"/>
              <a:t> happen again</a:t>
            </a:r>
          </a:p>
          <a:p>
            <a:endParaRPr lang="en-US" dirty="0" smtClean="0"/>
          </a:p>
          <a:p>
            <a:r>
              <a:rPr lang="en-US" dirty="0" smtClean="0"/>
              <a:t>example: school website it down</a:t>
            </a:r>
          </a:p>
          <a:p>
            <a:r>
              <a:rPr lang="en-US" dirty="0" smtClean="0"/>
              <a:t>why? servers overloaded</a:t>
            </a:r>
          </a:p>
          <a:p>
            <a:r>
              <a:rPr lang="en-US" dirty="0" smtClean="0"/>
              <a:t>why? too many students logged in at the same time</a:t>
            </a:r>
          </a:p>
          <a:p>
            <a:r>
              <a:rPr lang="en-US" dirty="0" smtClean="0"/>
              <a:t>why? exam review sheet was posted only 30 minutes before servers crashed</a:t>
            </a:r>
          </a:p>
          <a:p>
            <a:r>
              <a:rPr lang="en-US" dirty="0" smtClean="0"/>
              <a:t>Issue: timing of the document release, not technical issue</a:t>
            </a:r>
          </a:p>
          <a:p>
            <a:r>
              <a:rPr lang="en-US" dirty="0" smtClean="0"/>
              <a:t>Solution: New policy Post exam review sheets 24 hours in advance</a:t>
            </a:r>
          </a:p>
          <a:p>
            <a:endParaRPr lang="en-US" dirty="0" smtClean="0"/>
          </a:p>
          <a:p>
            <a:r>
              <a:rPr lang="en-US" dirty="0" smtClean="0"/>
              <a:t>SQL is a computer language used to ask questions and get information from a database, and to add, change, and remove information</a:t>
            </a:r>
          </a:p>
          <a:p>
            <a:endParaRPr lang="en-US" dirty="0" smtClean="0"/>
          </a:p>
          <a:p>
            <a:r>
              <a:rPr lang="en-US" dirty="0" smtClean="0"/>
              <a:t>student database at school with grades</a:t>
            </a:r>
          </a:p>
          <a:p>
            <a:r>
              <a:rPr lang="en-US" dirty="0" smtClean="0"/>
              <a:t>SQL to quickly find students with passing grade, or add records for new students</a:t>
            </a:r>
          </a:p>
          <a:p>
            <a:r>
              <a:rPr lang="en-US" dirty="0" smtClean="0"/>
              <a:t>insert, update, delete, create</a:t>
            </a:r>
          </a:p>
          <a:p>
            <a:r>
              <a:rPr lang="en-US" dirty="0" smtClean="0"/>
              <a:t>why important? </a:t>
            </a:r>
            <a:r>
              <a:rPr lang="en-US" smtClean="0"/>
              <a:t>lets you organize and analyze data efficiently, handy when working with large amounts of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5485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0" y="0"/>
            <a:ext cx="12188825" cy="6872226"/>
            <a:chOff x="0" y="0"/>
            <a:chExt cx="12188825" cy="6872226"/>
          </a:xfrm>
        </p:grpSpPr>
        <p:pic>
          <p:nvPicPr>
            <p:cNvPr id="9" name="Picture 8" descr="HD-PanelTitle-V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" r="47673"/>
            <a:stretch/>
          </p:blipFill>
          <p:spPr>
            <a:xfrm rot="5400000">
              <a:off x="5245268" y="530352"/>
              <a:ext cx="1673352" cy="612648"/>
            </a:xfrm>
            <a:prstGeom prst="rect">
              <a:avLst/>
            </a:prstGeom>
          </p:spPr>
        </p:pic>
        <p:pic>
          <p:nvPicPr>
            <p:cNvPr id="18" name="Picture 17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8819"/>
            <a:stretch/>
          </p:blipFill>
          <p:spPr>
            <a:xfrm rot="5400000">
              <a:off x="5263556" y="5747514"/>
              <a:ext cx="1636776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9/11/2025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88825" cy="6856215"/>
            <a:chOff x="0" y="0"/>
            <a:chExt cx="12188825" cy="6856215"/>
          </a:xfrm>
        </p:grpSpPr>
        <p:pic>
          <p:nvPicPr>
            <p:cNvPr id="8" name="Picture 7" descr="HD-PanelContent-V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1" y="76265"/>
              <a:ext cx="758952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0" y="6173526"/>
              <a:ext cx="758952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115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Weekly Goal?</a:t>
            </a:r>
          </a:p>
          <a:p>
            <a:r>
              <a:rPr lang="en-US" dirty="0" smtClean="0"/>
              <a:t>Status?</a:t>
            </a:r>
          </a:p>
          <a:p>
            <a:r>
              <a:rPr lang="en-US" dirty="0" smtClean="0"/>
              <a:t>Demo:</a:t>
            </a:r>
          </a:p>
          <a:p>
            <a:pPr lvl="1"/>
            <a:r>
              <a:rPr lang="en-US" dirty="0" err="1" smtClean="0"/>
              <a:t>Github</a:t>
            </a:r>
            <a:r>
              <a:rPr lang="en-US" dirty="0" smtClean="0"/>
              <a:t> Page</a:t>
            </a:r>
          </a:p>
          <a:p>
            <a:pPr lvl="1"/>
            <a:r>
              <a:rPr lang="en-US" dirty="0" smtClean="0"/>
              <a:t>Monday Project Board</a:t>
            </a:r>
          </a:p>
          <a:p>
            <a:pPr lvl="1"/>
            <a:r>
              <a:rPr lang="en-US" dirty="0" smtClean="0"/>
              <a:t>Project Plan – Technical Document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725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79335" y="2498149"/>
            <a:ext cx="6815669" cy="1515533"/>
          </a:xfrm>
        </p:spPr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3</a:t>
            </a:r>
            <a:br>
              <a:rPr lang="en-US" dirty="0" smtClean="0"/>
            </a:br>
            <a:r>
              <a:rPr lang="en-US" sz="2400" dirty="0" smtClean="0"/>
              <a:t>Backend Web Developer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199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 – Semester 3, Week 1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Week 1 Activities: GitHub Branching, Difficult Conversations, Coding Practice – Implemented a “Stack”</a:t>
            </a:r>
          </a:p>
          <a:p>
            <a:r>
              <a:rPr lang="en-US" dirty="0" smtClean="0"/>
              <a:t>Status? Behind. Resolution Plan: Put in additional time after class today to push additional work, and may have to reschedule to next week.</a:t>
            </a:r>
          </a:p>
          <a:p>
            <a:r>
              <a:rPr lang="en-US" dirty="0" smtClean="0"/>
              <a:t>Demo:</a:t>
            </a:r>
          </a:p>
          <a:p>
            <a:pPr lvl="1"/>
            <a:r>
              <a:rPr lang="en-US" dirty="0" smtClean="0"/>
              <a:t>Project Work: “Project Pulse” – Application to manage projects, clients, &amp; team work</a:t>
            </a:r>
          </a:p>
          <a:p>
            <a:pPr lvl="1"/>
            <a:r>
              <a:rPr lang="en-US" dirty="0" smtClean="0"/>
              <a:t>Monday Project Board</a:t>
            </a:r>
          </a:p>
        </p:txBody>
      </p:sp>
    </p:spTree>
    <p:extLst>
      <p:ext uri="{BB962C8B-B14F-4D97-AF65-F5344CB8AC3E}">
        <p14:creationId xmlns:p14="http://schemas.microsoft.com/office/powerpoint/2010/main" val="3553170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46762" y="629434"/>
            <a:ext cx="10160724" cy="130386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Setting up the Backend</a:t>
            </a:r>
            <a:endParaRPr 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1084216" y="1763484"/>
            <a:ext cx="1017596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</a:t>
            </a:r>
            <a:r>
              <a:rPr lang="en-US" sz="2000" b="1" dirty="0"/>
              <a:t>Express</a:t>
            </a:r>
            <a:r>
              <a:rPr lang="en-US" sz="2000" dirty="0"/>
              <a:t>: This installs Express.js, the most popular web framework for Node.js. It provides a robust set of features to build web applications and APIs, handling everything from routing to middleware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</a:t>
            </a:r>
            <a:r>
              <a:rPr lang="en-US" sz="2000" b="1" dirty="0" err="1"/>
              <a:t>Sequelize</a:t>
            </a:r>
            <a:r>
              <a:rPr lang="en-US" sz="2000" dirty="0"/>
              <a:t>: This installs </a:t>
            </a:r>
            <a:r>
              <a:rPr lang="en-US" sz="2000" dirty="0" err="1"/>
              <a:t>Sequelize</a:t>
            </a:r>
            <a:r>
              <a:rPr lang="en-US" sz="2000" dirty="0"/>
              <a:t>, a Node.js Object-Relational Mapper (ORM). An ORM helps you interact with a database by mapping database tables to JavaScript objects, allowing you to perform database queries and manipulations with code instead of writing raw SQL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</a:t>
            </a:r>
            <a:r>
              <a:rPr lang="en-US" sz="2000" b="1" dirty="0"/>
              <a:t>SQLite</a:t>
            </a:r>
            <a:r>
              <a:rPr lang="en-US" sz="2000" dirty="0"/>
              <a:t>: This installs the SQLite library, a driver that allows </a:t>
            </a:r>
            <a:r>
              <a:rPr lang="en-US" sz="2000" dirty="0" err="1"/>
              <a:t>Sequelize</a:t>
            </a:r>
            <a:r>
              <a:rPr lang="en-US" sz="2000" dirty="0"/>
              <a:t> to connect to an SQLite database. SQLite is a simple, file-based database, which is ideal for development and prototyping because it doesn't require a separate server process. </a:t>
            </a:r>
          </a:p>
        </p:txBody>
      </p:sp>
    </p:spTree>
    <p:extLst>
      <p:ext uri="{BB962C8B-B14F-4D97-AF65-F5344CB8AC3E}">
        <p14:creationId xmlns:p14="http://schemas.microsoft.com/office/powerpoint/2010/main" val="26619349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698" y="714782"/>
            <a:ext cx="6201768" cy="3909469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820" y="4710144"/>
            <a:ext cx="5323842" cy="1373571"/>
          </a:xfrm>
          <a:prstGeom prst="rect">
            <a:avLst/>
          </a:prstGeom>
        </p:spPr>
      </p:pic>
      <p:sp>
        <p:nvSpPr>
          <p:cNvPr id="4" name="Title 1"/>
          <p:cNvSpPr txBox="1">
            <a:spLocks/>
          </p:cNvSpPr>
          <p:nvPr/>
        </p:nvSpPr>
        <p:spPr>
          <a:xfrm>
            <a:off x="1086396" y="2040223"/>
            <a:ext cx="2466701" cy="130386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Setting up the Backend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53429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79335" y="2498149"/>
            <a:ext cx="6815669" cy="1515533"/>
          </a:xfrm>
        </p:spPr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3</a:t>
            </a:r>
            <a:br>
              <a:rPr lang="en-US" dirty="0" smtClean="0"/>
            </a:br>
            <a:r>
              <a:rPr lang="en-US" sz="2400" dirty="0" smtClean="0"/>
              <a:t>Backend Web Developer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97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 – Semester 3, Week </a:t>
            </a:r>
            <a:r>
              <a:rPr lang="en-US" b="1" dirty="0" smtClean="0"/>
              <a:t>2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Week </a:t>
            </a:r>
            <a:r>
              <a:rPr lang="en-US" dirty="0" smtClean="0"/>
              <a:t>2 </a:t>
            </a:r>
            <a:r>
              <a:rPr lang="en-US" dirty="0" smtClean="0"/>
              <a:t>Activities: </a:t>
            </a:r>
            <a:r>
              <a:rPr lang="en-US" dirty="0" smtClean="0"/>
              <a:t>ADR (Architectural Design Review), Contributing.md file, RCA (Root Cause Analysis) file</a:t>
            </a:r>
          </a:p>
          <a:p>
            <a:r>
              <a:rPr lang="en-US" dirty="0" smtClean="0"/>
              <a:t>Project Work “Project Pulse” &amp; Schoology SQL 1 &amp; 2</a:t>
            </a:r>
          </a:p>
          <a:p>
            <a:r>
              <a:rPr lang="en-US" dirty="0" smtClean="0"/>
              <a:t>Status</a:t>
            </a:r>
            <a:r>
              <a:rPr lang="en-US" dirty="0" smtClean="0"/>
              <a:t>? Behind. Resolution Plan: </a:t>
            </a:r>
            <a:r>
              <a:rPr lang="en-US" dirty="0" smtClean="0"/>
              <a:t>Reschedule and adapt for next </a:t>
            </a:r>
            <a:r>
              <a:rPr lang="en-US" dirty="0" smtClean="0"/>
              <a:t>week.</a:t>
            </a:r>
          </a:p>
          <a:p>
            <a:r>
              <a:rPr lang="en-US" dirty="0" smtClean="0"/>
              <a:t>Demo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ADR, contributing.md, root-cause-analysis file, SQL 2 delivera</a:t>
            </a:r>
            <a:r>
              <a:rPr lang="en-US" dirty="0" smtClean="0"/>
              <a:t>bles</a:t>
            </a:r>
            <a:endParaRPr lang="en-US" dirty="0" smtClean="0"/>
          </a:p>
          <a:p>
            <a:pPr lvl="1"/>
            <a:r>
              <a:rPr lang="en-US" dirty="0" smtClean="0"/>
              <a:t>Monday Project Board</a:t>
            </a:r>
          </a:p>
        </p:txBody>
      </p:sp>
    </p:spTree>
    <p:extLst>
      <p:ext uri="{BB962C8B-B14F-4D97-AF65-F5344CB8AC3E}">
        <p14:creationId xmlns:p14="http://schemas.microsoft.com/office/powerpoint/2010/main" val="3035586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B15E28"/>
      </a:accent1>
      <a:accent2>
        <a:srgbClr val="B13228"/>
      </a:accent2>
      <a:accent3>
        <a:srgbClr val="8B7B56"/>
      </a:accent3>
      <a:accent4>
        <a:srgbClr val="E09C41"/>
      </a:accent4>
      <a:accent5>
        <a:srgbClr val="9EAE51"/>
      </a:accent5>
      <a:accent6>
        <a:srgbClr val="6E7355"/>
      </a:accent6>
      <a:hlink>
        <a:srgbClr val="D37A21"/>
      </a:hlink>
      <a:folHlink>
        <a:srgbClr val="CA8F55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039A4B3-0617-4CFC-B614-27363ECC28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258</TotalTime>
  <Words>711</Words>
  <Application>Microsoft Office PowerPoint</Application>
  <PresentationFormat>Widescreen</PresentationFormat>
  <Paragraphs>79</Paragraphs>
  <Slides>8</Slides>
  <Notes>3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Garamond</vt:lpstr>
      <vt:lpstr>Organic</vt:lpstr>
      <vt:lpstr>Lisa’s Status Updates Semester 2</vt:lpstr>
      <vt:lpstr>Agenda</vt:lpstr>
      <vt:lpstr>Lisa’s Status Updates Semester 3 Backend Web Developer</vt:lpstr>
      <vt:lpstr>Agenda – Semester 3, Week 1</vt:lpstr>
      <vt:lpstr>PowerPoint Presentation</vt:lpstr>
      <vt:lpstr>PowerPoint Presentation</vt:lpstr>
      <vt:lpstr>Lisa’s Status Updates Semester 3 Backend Web Developer</vt:lpstr>
      <vt:lpstr>Agenda – Semester 3, Week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Lisa’s Status Updates</dc:title>
  <dc:creator>Hom, Lisa/It And Digital Initiatives</dc:creator>
  <cp:lastModifiedBy>Hom, Lisa/It And Digital Initiatives</cp:lastModifiedBy>
  <cp:revision>18</cp:revision>
  <dcterms:created xsi:type="dcterms:W3CDTF">2025-08-14T17:08:41Z</dcterms:created>
  <dcterms:modified xsi:type="dcterms:W3CDTF">2025-09-11T15:44:52Z</dcterms:modified>
</cp:coreProperties>
</file>