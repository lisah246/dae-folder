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0"/>
            <a:ext cx="12188825" cy="6872226"/>
            <a:chOff x="0" y="0"/>
            <a:chExt cx="12188825" cy="6872226"/>
          </a:xfrm>
        </p:grpSpPr>
        <p:pic>
          <p:nvPicPr>
            <p:cNvPr id="9" name="Picture 8" descr="H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" r="47673"/>
            <a:stretch/>
          </p:blipFill>
          <p:spPr>
            <a:xfrm rot="5400000">
              <a:off x="5245268" y="530352"/>
              <a:ext cx="1673352" cy="612648"/>
            </a:xfrm>
            <a:prstGeom prst="rect">
              <a:avLst/>
            </a:prstGeom>
          </p:spPr>
        </p:pic>
        <p:pic>
          <p:nvPicPr>
            <p:cNvPr id="18" name="Picture 17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8819"/>
            <a:stretch/>
          </p:blipFill>
          <p:spPr>
            <a:xfrm rot="5400000">
              <a:off x="5263556" y="5747514"/>
              <a:ext cx="1636776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8/14/2025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88825" cy="6856215"/>
            <a:chOff x="0" y="0"/>
            <a:chExt cx="12188825" cy="6856215"/>
          </a:xfrm>
        </p:grpSpPr>
        <p:pic>
          <p:nvPicPr>
            <p:cNvPr id="8" name="Picture 7" descr="H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1" y="76265"/>
              <a:ext cx="758952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0" y="6173526"/>
              <a:ext cx="758952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8/14/2025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115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Weekly Goal?</a:t>
            </a:r>
          </a:p>
          <a:p>
            <a:r>
              <a:rPr lang="en-US" dirty="0" smtClean="0"/>
              <a:t>Status?</a:t>
            </a:r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err="1" smtClean="0"/>
              <a:t>Github</a:t>
            </a:r>
            <a:r>
              <a:rPr lang="en-US" dirty="0" smtClean="0"/>
              <a:t> Page</a:t>
            </a:r>
          </a:p>
          <a:p>
            <a:pPr lvl="1"/>
            <a:r>
              <a:rPr lang="en-US" dirty="0" smtClean="0"/>
              <a:t>Monday Project Board</a:t>
            </a:r>
          </a:p>
          <a:p>
            <a:pPr lvl="1"/>
            <a:r>
              <a:rPr lang="en-US" dirty="0" smtClean="0"/>
              <a:t>Project Plan – Technical Document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725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80</TotalTime>
  <Words>24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Garamond</vt:lpstr>
      <vt:lpstr>Organic</vt:lpstr>
      <vt:lpstr>Lisa’s Status Updates Semester 2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Lisa’s Status Updates</dc:title>
  <dc:creator>Hom, Lisa/It And Digital Initiatives</dc:creator>
  <cp:lastModifiedBy>Hom, Lisa/It And Digital Initiatives</cp:lastModifiedBy>
  <cp:revision>4</cp:revision>
  <dcterms:created xsi:type="dcterms:W3CDTF">2025-08-14T17:08:41Z</dcterms:created>
  <dcterms:modified xsi:type="dcterms:W3CDTF">2025-08-14T18:29:30Z</dcterms:modified>
</cp:coreProperties>
</file>